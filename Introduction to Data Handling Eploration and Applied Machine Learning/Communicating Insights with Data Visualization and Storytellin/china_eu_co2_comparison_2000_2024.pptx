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China and EU Fossil CO2 Emissions, 2000-2024</a:t>
            </a:r>
          </a:p>
        </p:txBody>
      </p:sp>
      <p:pic>
        <p:nvPicPr>
          <p:cNvPr id="3" name="Picture 2" descr="co2_eu_vs_china_2000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897880" cy="3217025"/>
          </a:xfrm>
          <a:prstGeom prst="rect">
            <a:avLst/>
          </a:prstGeom>
        </p:spPr>
      </p:pic>
      <p:pic>
        <p:nvPicPr>
          <p:cNvPr id="4" name="Picture 3" descr="co2_per_capita_eu_vs_china_2000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822960"/>
            <a:ext cx="5897880" cy="3217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069080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Total: annual emissions; EU is the combined total of its 27 member 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4069080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Per capita: EU emissions divided by total EU population.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Per-Capita CO2 Emissions by Country</a:t>
            </a:r>
          </a:p>
        </p:txBody>
      </p:sp>
      <p:pic>
        <p:nvPicPr>
          <p:cNvPr id="3" name="Picture 2" descr="co2_per_capita_map_2000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11795760" cy="5172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35508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With the same color scale, the EU's lighter 2024 map shows lower per-capita emissions than in 2000.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